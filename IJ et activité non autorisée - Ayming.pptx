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hyperlink" Target="https://www.ayming.fr/temoignages-clients/la-saisie-des-arrets-maladie-et-la-gestion-des-ijss-a-la-caisse-depargne-hauts-de-france/?utm_source=slides-sales&amp;utm_medium=print&amp;utm_campaign=ij-activite-non-autorisee&amp;utm_content=testimonial" TargetMode="External"/><Relationship Id="rId4" Type="http://schemas.openxmlformats.org/officeDocument/2006/relationships/hyperlink" Target="https://www.ayming.fr/temoignages-clients/externalisation-ijss-clinique-du-parc/?utm_source=slides-sales&amp;utm_medium=print&amp;utm_campaign=ij-activite-non-autorisee&amp;utm_content=testimonia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115857" y="1526483"/>
            <a:ext cx="3767723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308113" y="1526483"/>
            <a:ext cx="3767724" cy="445758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